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AE17119A-116F-4CC1-853C-7B6EA334910B}" type="datetimeFigureOut">
              <a:rPr lang="en-IN" smtClean="0"/>
              <a:t>08-04-2026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3357962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17119A-116F-4CC1-853C-7B6EA334910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2866052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17119A-116F-4CC1-853C-7B6EA334910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2228273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17119A-116F-4CC1-853C-7B6EA334910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3776908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17119A-116F-4CC1-853C-7B6EA334910B}" type="datetimeFigureOut">
              <a:rPr lang="en-IN" smtClean="0"/>
              <a:t>08-04-2026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1192972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E17119A-116F-4CC1-853C-7B6EA334910B}"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2622992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17119A-116F-4CC1-853C-7B6EA334910B}" type="datetimeFigureOut">
              <a:rPr lang="en-IN" smtClean="0"/>
              <a:t>08-04-2026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342996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17119A-116F-4CC1-853C-7B6EA334910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2250448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17119A-116F-4CC1-853C-7B6EA334910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3287922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17119A-116F-4CC1-853C-7B6EA334910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1464891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17119A-116F-4CC1-853C-7B6EA334910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4125724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17119A-116F-4CC1-853C-7B6EA334910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E4A1B-8E85-42E6-BC7A-22F6213A3B37}"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2958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17119A-116F-4CC1-853C-7B6EA334910B}" type="datetimeFigureOut">
              <a:rPr lang="en-IN" smtClean="0"/>
              <a:t>08-04-2026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1617878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E17119A-116F-4CC1-853C-7B6EA334910B}"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8730708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E17119A-116F-4CC1-853C-7B6EA334910B}" type="datetimeFigureOut">
              <a:rPr lang="en-IN" smtClean="0"/>
              <a:t>08-04-2026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2947638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17119A-116F-4CC1-853C-7B6EA334910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40910234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E17119A-116F-4CC1-853C-7B6EA334910B}" type="datetimeFigureOut">
              <a:rPr lang="en-IN" smtClean="0"/>
              <a:t>08-04-2026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EE4A1B-8E85-42E6-BC7A-22F6213A3B37}" type="slidenum">
              <a:rPr lang="en-IN" smtClean="0"/>
              <a:t>‹#›</a:t>
            </a:fld>
            <a:endParaRPr lang="en-IN"/>
          </a:p>
        </p:txBody>
      </p:sp>
    </p:spTree>
    <p:extLst>
      <p:ext uri="{BB962C8B-B14F-4D97-AF65-F5344CB8AC3E}">
        <p14:creationId xmlns:p14="http://schemas.microsoft.com/office/powerpoint/2010/main" val="2616007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E17119A-116F-4CC1-853C-7B6EA334910B}" type="datetimeFigureOut">
              <a:rPr lang="en-IN" smtClean="0"/>
              <a:t>08-04-2026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7EE4A1B-8E85-42E6-BC7A-22F6213A3B37}" type="slidenum">
              <a:rPr lang="en-IN" smtClean="0"/>
              <a:t>‹#›</a:t>
            </a:fld>
            <a:endParaRPr lang="en-IN"/>
          </a:p>
        </p:txBody>
      </p:sp>
    </p:spTree>
    <p:extLst>
      <p:ext uri="{BB962C8B-B14F-4D97-AF65-F5344CB8AC3E}">
        <p14:creationId xmlns:p14="http://schemas.microsoft.com/office/powerpoint/2010/main" val="68683526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 Id="rId5" Type="http://schemas.openxmlformats.org/officeDocument/2006/relationships/hyperlink" Target="https://creativecommons.org/licenses/by-nc/3.0/" TargetMode="External"/><Relationship Id="rId4" Type="http://schemas.openxmlformats.org/officeDocument/2006/relationships/hyperlink" Target="https://freepngimg.com/png/77128-emoticon-whatsapp-android-emoji-png-image-high-qual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12F66-CF03-2FA3-E27C-4041A5D20531}"/>
              </a:ext>
            </a:extLst>
          </p:cNvPr>
          <p:cNvSpPr>
            <a:spLocks noGrp="1"/>
          </p:cNvSpPr>
          <p:nvPr>
            <p:ph type="ctrTitle"/>
          </p:nvPr>
        </p:nvSpPr>
        <p:spPr/>
        <p:txBody>
          <a:bodyPr>
            <a:normAutofit/>
          </a:bodyPr>
          <a:lstStyle/>
          <a:p>
            <a:r>
              <a:rPr lang="en-US" dirty="0"/>
              <a:t>Pranav </a:t>
            </a:r>
            <a:r>
              <a:rPr lang="en-US" dirty="0" err="1"/>
              <a:t>wanne’s</a:t>
            </a:r>
            <a:br>
              <a:rPr lang="en-US" dirty="0"/>
            </a:br>
            <a:r>
              <a:rPr lang="en-US" dirty="0"/>
              <a:t>digital portfolio</a:t>
            </a:r>
            <a:br>
              <a:rPr lang="en-US" dirty="0"/>
            </a:br>
            <a:endParaRPr lang="en-IN" dirty="0"/>
          </a:p>
        </p:txBody>
      </p:sp>
      <p:sp>
        <p:nvSpPr>
          <p:cNvPr id="3" name="Subtitle 2">
            <a:extLst>
              <a:ext uri="{FF2B5EF4-FFF2-40B4-BE49-F238E27FC236}">
                <a16:creationId xmlns:a16="http://schemas.microsoft.com/office/drawing/2014/main" id="{2E4EF024-B68A-2EBF-42BE-83896236DB8B}"/>
              </a:ext>
            </a:extLst>
          </p:cNvPr>
          <p:cNvSpPr>
            <a:spLocks noGrp="1"/>
          </p:cNvSpPr>
          <p:nvPr>
            <p:ph type="subTitle" idx="1"/>
          </p:nvPr>
        </p:nvSpPr>
        <p:spPr/>
        <p:txBody>
          <a:bodyPr>
            <a:normAutofit fontScale="77500" lnSpcReduction="20000"/>
          </a:bodyPr>
          <a:lstStyle/>
          <a:p>
            <a:r>
              <a:rPr lang="en-US" sz="3200" dirty="0">
                <a:solidFill>
                  <a:schemeClr val="tx1"/>
                </a:solidFill>
              </a:rPr>
              <a:t>PRN:-202501040329</a:t>
            </a:r>
            <a:br>
              <a:rPr lang="en-US" sz="3200" dirty="0">
                <a:solidFill>
                  <a:schemeClr val="tx1"/>
                </a:solidFill>
              </a:rPr>
            </a:br>
            <a:r>
              <a:rPr lang="en-US" sz="3200" dirty="0">
                <a:solidFill>
                  <a:schemeClr val="tx1"/>
                </a:solidFill>
              </a:rPr>
              <a:t>DIV:-CS3</a:t>
            </a:r>
            <a:br>
              <a:rPr lang="en-US" sz="3200" dirty="0">
                <a:solidFill>
                  <a:schemeClr val="tx1"/>
                </a:solidFill>
              </a:rPr>
            </a:br>
            <a:r>
              <a:rPr lang="en-US" sz="3200" dirty="0">
                <a:solidFill>
                  <a:schemeClr val="tx1"/>
                </a:solidFill>
              </a:rPr>
              <a:t>Batch:-C34</a:t>
            </a:r>
            <a:br>
              <a:rPr lang="en-US" sz="3200" dirty="0">
                <a:solidFill>
                  <a:schemeClr val="tx1"/>
                </a:solidFill>
              </a:rPr>
            </a:br>
            <a:r>
              <a:rPr lang="en-US" sz="3200" dirty="0">
                <a:solidFill>
                  <a:schemeClr val="tx1"/>
                </a:solidFill>
              </a:rPr>
              <a:t>COURSE:- PR01</a:t>
            </a:r>
            <a:endParaRPr lang="en-IN" sz="3200" dirty="0">
              <a:solidFill>
                <a:schemeClr val="tx1"/>
              </a:solidFill>
            </a:endParaRPr>
          </a:p>
        </p:txBody>
      </p:sp>
    </p:spTree>
    <p:extLst>
      <p:ext uri="{BB962C8B-B14F-4D97-AF65-F5344CB8AC3E}">
        <p14:creationId xmlns:p14="http://schemas.microsoft.com/office/powerpoint/2010/main" val="83676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856B4-567E-18A1-4721-003C86B748E8}"/>
              </a:ext>
            </a:extLst>
          </p:cNvPr>
          <p:cNvSpPr>
            <a:spLocks noGrp="1"/>
          </p:cNvSpPr>
          <p:nvPr>
            <p:ph type="title"/>
          </p:nvPr>
        </p:nvSpPr>
        <p:spPr>
          <a:xfrm>
            <a:off x="1141413" y="1066799"/>
            <a:ext cx="9905998" cy="1478570"/>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EEE62BE4-62C6-954A-E38C-B126618965CF}"/>
              </a:ext>
            </a:extLst>
          </p:cNvPr>
          <p:cNvSpPr>
            <a:spLocks noGrp="1"/>
          </p:cNvSpPr>
          <p:nvPr>
            <p:ph idx="1"/>
          </p:nvPr>
        </p:nvSpPr>
        <p:spPr/>
        <p:txBody>
          <a:bodyPr>
            <a:normAutofit lnSpcReduction="10000"/>
          </a:bodyPr>
          <a:lstStyle/>
          <a:p>
            <a:pPr marL="0" indent="0">
              <a:buNone/>
            </a:pPr>
            <a:r>
              <a:rPr lang="en-US" sz="3200" dirty="0"/>
              <a:t>Hello,</a:t>
            </a:r>
            <a:br>
              <a:rPr lang="en-US" sz="3200" dirty="0"/>
            </a:br>
            <a:r>
              <a:rPr lang="en-US" sz="3200" dirty="0"/>
              <a:t>I’m Pranav Wanne. Welcome to my portfolio presentation. Here, I’ll be sharing my skills, interests, and the knowledge I’ve gained through my learning journey. This portfolio reflects my interest in technology and my continuous effort to improve and grow</a:t>
            </a:r>
            <a:r>
              <a:rPr lang="en-US" dirty="0"/>
              <a:t>.</a:t>
            </a:r>
            <a:endParaRPr lang="en-IN" dirty="0"/>
          </a:p>
        </p:txBody>
      </p:sp>
    </p:spTree>
    <p:extLst>
      <p:ext uri="{BB962C8B-B14F-4D97-AF65-F5344CB8AC3E}">
        <p14:creationId xmlns:p14="http://schemas.microsoft.com/office/powerpoint/2010/main" val="2325269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8349B-AC96-058C-7600-D883748C35B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CED08C7-18CA-F9EB-A10F-CAC6D8E43B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958421"/>
          </a:xfrm>
          <a:prstGeom prst="rect">
            <a:avLst/>
          </a:prstGeom>
        </p:spPr>
      </p:pic>
    </p:spTree>
    <p:extLst>
      <p:ext uri="{BB962C8B-B14F-4D97-AF65-F5344CB8AC3E}">
        <p14:creationId xmlns:p14="http://schemas.microsoft.com/office/powerpoint/2010/main" val="3572461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A6617-D5F8-F17F-BC88-BC5B4D73496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7BAE41C-FE5E-4EE5-789C-24FE7512B4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2219" y="2399070"/>
            <a:ext cx="9714272" cy="3460955"/>
          </a:xfrm>
          <a:prstGeom prst="rect">
            <a:avLst/>
          </a:prstGeom>
        </p:spPr>
      </p:pic>
    </p:spTree>
    <p:extLst>
      <p:ext uri="{BB962C8B-B14F-4D97-AF65-F5344CB8AC3E}">
        <p14:creationId xmlns:p14="http://schemas.microsoft.com/office/powerpoint/2010/main" val="1376959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0E719-40F4-132E-4392-24AE4A625F8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34C37C0-BD41-4D7E-4788-D4546BD228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2694038"/>
            <a:ext cx="10133013" cy="2920181"/>
          </a:xfrm>
          <a:prstGeom prst="rect">
            <a:avLst/>
          </a:prstGeom>
        </p:spPr>
      </p:pic>
    </p:spTree>
    <p:extLst>
      <p:ext uri="{BB962C8B-B14F-4D97-AF65-F5344CB8AC3E}">
        <p14:creationId xmlns:p14="http://schemas.microsoft.com/office/powerpoint/2010/main" val="4147686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EC88C-FD57-37E5-B1A7-951F57EAD8E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CDFBF26-48CB-D6FE-329F-2D891C78D5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5741" y="2529708"/>
            <a:ext cx="10211669" cy="3114008"/>
          </a:xfrm>
          <a:prstGeom prst="rect">
            <a:avLst/>
          </a:prstGeom>
        </p:spPr>
      </p:pic>
    </p:spTree>
    <p:extLst>
      <p:ext uri="{BB962C8B-B14F-4D97-AF65-F5344CB8AC3E}">
        <p14:creationId xmlns:p14="http://schemas.microsoft.com/office/powerpoint/2010/main" val="2773052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51DE9-687F-80E1-783E-C1CEB68240D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417F228-D6FA-D7C9-B2F5-0342AF85BE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85033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D662FC-B9E0-03E1-B4BE-8B4EBA64E7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413" y="519010"/>
            <a:ext cx="4394148" cy="5720471"/>
          </a:xfrm>
          <a:prstGeom prst="rect">
            <a:avLst/>
          </a:prstGeom>
        </p:spPr>
      </p:pic>
      <p:pic>
        <p:nvPicPr>
          <p:cNvPr id="7" name="Picture 6">
            <a:extLst>
              <a:ext uri="{FF2B5EF4-FFF2-40B4-BE49-F238E27FC236}">
                <a16:creationId xmlns:a16="http://schemas.microsoft.com/office/drawing/2014/main" id="{3250BFAA-2B30-7C6F-0E13-87B676803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0442" y="519010"/>
            <a:ext cx="4903532" cy="5720470"/>
          </a:xfrm>
          <a:prstGeom prst="rect">
            <a:avLst/>
          </a:prstGeom>
        </p:spPr>
      </p:pic>
    </p:spTree>
    <p:extLst>
      <p:ext uri="{BB962C8B-B14F-4D97-AF65-F5344CB8AC3E}">
        <p14:creationId xmlns:p14="http://schemas.microsoft.com/office/powerpoint/2010/main" val="421492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A30E-DC7A-7F97-5003-06516E53AFA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F5EA555-C0BA-E021-4AB8-E9E5197365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0974" y="902469"/>
            <a:ext cx="4954587" cy="5586821"/>
          </a:xfrm>
          <a:prstGeom prst="rect">
            <a:avLst/>
          </a:prstGeom>
        </p:spPr>
      </p:pic>
      <p:pic>
        <p:nvPicPr>
          <p:cNvPr id="7" name="Picture 6">
            <a:extLst>
              <a:ext uri="{FF2B5EF4-FFF2-40B4-BE49-F238E27FC236}">
                <a16:creationId xmlns:a16="http://schemas.microsoft.com/office/drawing/2014/main" id="{062EC390-4ECB-A650-E886-D66FE005BE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3158" y="1632155"/>
            <a:ext cx="6298842" cy="4493342"/>
          </a:xfrm>
          <a:prstGeom prst="rect">
            <a:avLst/>
          </a:prstGeom>
        </p:spPr>
      </p:pic>
    </p:spTree>
    <p:extLst>
      <p:ext uri="{BB962C8B-B14F-4D97-AF65-F5344CB8AC3E}">
        <p14:creationId xmlns:p14="http://schemas.microsoft.com/office/powerpoint/2010/main" val="1873986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A3E1-D462-13B5-D843-66BA089F1DD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6BB5238-2618-84B5-DADF-880E5831DA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2194" y="285587"/>
            <a:ext cx="7148051" cy="6184039"/>
          </a:xfrm>
          <a:prstGeom prst="rect">
            <a:avLst/>
          </a:prstGeom>
        </p:spPr>
      </p:pic>
    </p:spTree>
    <p:extLst>
      <p:ext uri="{BB962C8B-B14F-4D97-AF65-F5344CB8AC3E}">
        <p14:creationId xmlns:p14="http://schemas.microsoft.com/office/powerpoint/2010/main" val="2921632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5A2FA-BCFD-7056-F1E4-EF56C623BFA9}"/>
              </a:ext>
            </a:extLst>
          </p:cNvPr>
          <p:cNvSpPr>
            <a:spLocks noGrp="1"/>
          </p:cNvSpPr>
          <p:nvPr>
            <p:ph type="title"/>
          </p:nvPr>
        </p:nvSpPr>
        <p:spPr/>
        <p:txBody>
          <a:bodyPr/>
          <a:lstStyle/>
          <a:p>
            <a:endParaRPr lang="en-IN"/>
          </a:p>
        </p:txBody>
      </p:sp>
      <p:pic>
        <p:nvPicPr>
          <p:cNvPr id="5" name="Content Placeholder 4" descr="Asian student writing on blackboard with chalk in classroom">
            <a:extLst>
              <a:ext uri="{FF2B5EF4-FFF2-40B4-BE49-F238E27FC236}">
                <a16:creationId xmlns:a16="http://schemas.microsoft.com/office/drawing/2014/main" id="{66FAF6D6-86CD-D331-1E39-38DB72C6639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44582"/>
            <a:ext cx="12191999" cy="6902582"/>
          </a:xfrm>
        </p:spPr>
      </p:pic>
      <p:sp>
        <p:nvSpPr>
          <p:cNvPr id="7" name="TextBox 6">
            <a:extLst>
              <a:ext uri="{FF2B5EF4-FFF2-40B4-BE49-F238E27FC236}">
                <a16:creationId xmlns:a16="http://schemas.microsoft.com/office/drawing/2014/main" id="{CDC856D6-A492-645C-4E06-BD10C93FF098}"/>
              </a:ext>
            </a:extLst>
          </p:cNvPr>
          <p:cNvSpPr txBox="1"/>
          <p:nvPr/>
        </p:nvSpPr>
        <p:spPr>
          <a:xfrm>
            <a:off x="6312310" y="1046558"/>
            <a:ext cx="4935794" cy="1200329"/>
          </a:xfrm>
          <a:prstGeom prst="rect">
            <a:avLst/>
          </a:prstGeom>
          <a:noFill/>
        </p:spPr>
        <p:txBody>
          <a:bodyPr wrap="square" rtlCol="0">
            <a:spAutoFit/>
          </a:bodyPr>
          <a:lstStyle/>
          <a:p>
            <a:r>
              <a:rPr lang="en-US" sz="7200" dirty="0"/>
              <a:t>THANK YOU</a:t>
            </a:r>
            <a:endParaRPr lang="en-IN" sz="7200" dirty="0"/>
          </a:p>
        </p:txBody>
      </p:sp>
      <p:pic>
        <p:nvPicPr>
          <p:cNvPr id="9" name="Picture 8">
            <a:extLst>
              <a:ext uri="{FF2B5EF4-FFF2-40B4-BE49-F238E27FC236}">
                <a16:creationId xmlns:a16="http://schemas.microsoft.com/office/drawing/2014/main" id="{24C6FD50-8CD7-D657-732C-7936F1A9AF3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22430" y="1966451"/>
            <a:ext cx="4012139" cy="4012139"/>
          </a:xfrm>
          <a:prstGeom prst="rect">
            <a:avLst/>
          </a:prstGeom>
        </p:spPr>
      </p:pic>
      <p:sp>
        <p:nvSpPr>
          <p:cNvPr id="10" name="TextBox 9">
            <a:extLst>
              <a:ext uri="{FF2B5EF4-FFF2-40B4-BE49-F238E27FC236}">
                <a16:creationId xmlns:a16="http://schemas.microsoft.com/office/drawing/2014/main" id="{496D69F6-EF4A-44DE-3724-B013B14D7BF4}"/>
              </a:ext>
            </a:extLst>
          </p:cNvPr>
          <p:cNvSpPr txBox="1"/>
          <p:nvPr/>
        </p:nvSpPr>
        <p:spPr>
          <a:xfrm>
            <a:off x="10649523" y="9485582"/>
            <a:ext cx="685045" cy="1061829"/>
          </a:xfrm>
          <a:prstGeom prst="rect">
            <a:avLst/>
          </a:prstGeom>
          <a:noFill/>
        </p:spPr>
        <p:txBody>
          <a:bodyPr wrap="square" rtlCol="0">
            <a:spAutoFit/>
          </a:bodyPr>
          <a:lstStyle/>
          <a:p>
            <a:r>
              <a:rPr lang="en-IN" sz="900">
                <a:hlinkClick r:id="rId4" tooltip="https://freepngimg.com/png/77128-emoticon-whatsapp-android-emoji-png-image-high-quality"/>
              </a:rPr>
              <a:t>This Photo</a:t>
            </a:r>
            <a:r>
              <a:rPr lang="en-IN" sz="900"/>
              <a:t> by Unknown Author is licensed under </a:t>
            </a:r>
            <a:r>
              <a:rPr lang="en-IN" sz="900">
                <a:hlinkClick r:id="rId5" tooltip="https://creativecommons.org/licenses/by-nc/3.0/"/>
              </a:rPr>
              <a:t>CC BY-NC</a:t>
            </a:r>
            <a:endParaRPr lang="en-IN" sz="900"/>
          </a:p>
        </p:txBody>
      </p:sp>
    </p:spTree>
    <p:extLst>
      <p:ext uri="{BB962C8B-B14F-4D97-AF65-F5344CB8AC3E}">
        <p14:creationId xmlns:p14="http://schemas.microsoft.com/office/powerpoint/2010/main" val="2167831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19</TotalTime>
  <Words>83</Words>
  <Application>Microsoft Office PowerPoint</Application>
  <PresentationFormat>Widescreen</PresentationFormat>
  <Paragraphs>6</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Tw Cen MT</vt:lpstr>
      <vt:lpstr>Circuit</vt:lpstr>
      <vt:lpstr>Pranav wanne’s digital portfolio </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 Wanne</dc:creator>
  <cp:lastModifiedBy>Pranav Wanne</cp:lastModifiedBy>
  <cp:revision>1</cp:revision>
  <dcterms:created xsi:type="dcterms:W3CDTF">2026-04-08T17:20:06Z</dcterms:created>
  <dcterms:modified xsi:type="dcterms:W3CDTF">2026-04-08T17:39:19Z</dcterms:modified>
</cp:coreProperties>
</file>